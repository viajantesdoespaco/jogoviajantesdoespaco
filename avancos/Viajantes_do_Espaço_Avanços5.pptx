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Josefi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JosefinSans-bold.fntdata"/><Relationship Id="rId16" Type="http://schemas.openxmlformats.org/officeDocument/2006/relationships/font" Target="fonts/Josefi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osefinSans-boldItalic.fntdata"/><Relationship Id="rId6" Type="http://schemas.openxmlformats.org/officeDocument/2006/relationships/slide" Target="slides/slide1.xml"/><Relationship Id="rId18" Type="http://schemas.openxmlformats.org/officeDocument/2006/relationships/font" Target="fonts/Josefi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03e654f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403e654f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741338c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741338c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403e654f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403e654f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403e654f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403e654f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403e654f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403e654f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5741338c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5741338c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741338c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5741338c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403e654f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403e654f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5741338c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5741338c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8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7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9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Josefin Sans"/>
                <a:ea typeface="Josefin Sans"/>
                <a:cs typeface="Josefin Sans"/>
                <a:sym typeface="Josefin Sans"/>
              </a:rPr>
              <a:t>Viajantes do Espaço</a:t>
            </a:r>
            <a:endParaRPr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Josefin Sans"/>
                <a:ea typeface="Josefin Sans"/>
                <a:cs typeface="Josefin Sans"/>
                <a:sym typeface="Josefin Sans"/>
              </a:rPr>
              <a:t>Dez/2025</a:t>
            </a:r>
            <a:endParaRPr sz="2000"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Josefin Sans"/>
                <a:ea typeface="Josefin Sans"/>
                <a:cs typeface="Josefin Sans"/>
                <a:sym typeface="Josefin Sans"/>
              </a:rPr>
              <a:t>Clarissa Berlim</a:t>
            </a:r>
            <a:endParaRPr sz="2000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FMS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1" name="Google Shape;61;p14" title="FSM j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50" y="852800"/>
            <a:ext cx="8245507" cy="398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FMS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67" name="Google Shape;67;p15" title="FSM play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238" y="394675"/>
            <a:ext cx="4811527" cy="43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Assets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73" name="Google Shape;73;p16" title="inimigo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50" y="3476885"/>
            <a:ext cx="466825" cy="106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title="Meteor_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8630" y="1521199"/>
            <a:ext cx="946713" cy="839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Meteor_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2114" y="1467549"/>
            <a:ext cx="946713" cy="94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Meteor_0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5601" y="1527500"/>
            <a:ext cx="946713" cy="826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Meteor_0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1665" y="1467544"/>
            <a:ext cx="946713" cy="94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Meteor_09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63088" y="1615873"/>
            <a:ext cx="946713" cy="6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playe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92200" y="3319762"/>
            <a:ext cx="1353149" cy="13832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3807900" y="852800"/>
            <a:ext cx="15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Meteoros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92975" y="2925275"/>
            <a:ext cx="22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Naves Inimigos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82" name="Google Shape;82;p16" title="Missile_3_Explosion_000.png"/>
          <p:cNvPicPr preferRelativeResize="0"/>
          <p:nvPr/>
        </p:nvPicPr>
        <p:blipFill rotWithShape="1">
          <a:blip r:embed="rId10">
            <a:alphaModFix/>
          </a:blip>
          <a:srcRect b="22907" l="30266" r="28350" t="26400"/>
          <a:stretch/>
        </p:blipFill>
        <p:spPr>
          <a:xfrm rot="10800000">
            <a:off x="1459950" y="3274461"/>
            <a:ext cx="1203150" cy="147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projetil_player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5522113" y="3634856"/>
            <a:ext cx="238560" cy="7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3977950" y="2925275"/>
            <a:ext cx="22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Player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3807900" y="612150"/>
            <a:ext cx="15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Power ups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90" name="Google Shape;90;p17" title="Barrier_Bon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077" y="1382085"/>
            <a:ext cx="1250700" cy="12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Damage_Bonu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5975" y="1333138"/>
            <a:ext cx="1348554" cy="1348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HP_Bonu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7722" y="1333137"/>
            <a:ext cx="1348550" cy="13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title="Hero_Speed_Debuff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9474" y="1382063"/>
            <a:ext cx="1348550" cy="13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Hero_Movement_Debuff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01226" y="1431001"/>
            <a:ext cx="1250700" cy="125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3807900" y="3020475"/>
            <a:ext cx="15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Explosão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96" name="Google Shape;96;p17" title="Bomb_2_Explosion_00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42550" y="3543550"/>
            <a:ext cx="1348551" cy="134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Bomb_2_Explosion_00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91100" y="3592463"/>
            <a:ext cx="1250701" cy="125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 title="Bomb_2_Explosion_00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25725" y="3638825"/>
            <a:ext cx="1158025" cy="11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 title="Bomb_2_Explosion_007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29700" y="3638825"/>
            <a:ext cx="1158025" cy="11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title="Bomb_2_Explosion_008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43425" y="3638825"/>
            <a:ext cx="1158025" cy="115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Tela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13" y="1540802"/>
            <a:ext cx="8174575" cy="2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545175" y="391100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Funções de Render e Input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5450"/>
            <a:ext cx="8839201" cy="1783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31404"/>
            <a:ext cx="5549300" cy="1959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490525"/>
            <a:ext cx="4257675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2950" y="490550"/>
            <a:ext cx="3476625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250" y="842950"/>
            <a:ext cx="5905500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545175" y="545175"/>
            <a:ext cx="682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Próximos Avanços</a:t>
            </a:r>
            <a:endParaRPr b="1"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650175" y="1301975"/>
            <a:ext cx="6826500" cy="30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Char char="●"/>
            </a:pPr>
            <a:r>
              <a:rPr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Variável global para guardar high score da sessão</a:t>
            </a:r>
            <a:endParaRPr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Char char="●"/>
            </a:pPr>
            <a:r>
              <a:rPr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Power ups: saúde, intensidade do tiro, velocidade</a:t>
            </a:r>
            <a:endParaRPr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Char char="●"/>
            </a:pPr>
            <a:r>
              <a:rPr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Adicionar animação quando o inimigo é atingido</a:t>
            </a:r>
            <a:endParaRPr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Char char="●"/>
            </a:pPr>
            <a:r>
              <a:rPr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Adicionar barra de vida ao invés de texto</a:t>
            </a:r>
            <a:endParaRPr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Josefin Sans"/>
              <a:buChar char="●"/>
            </a:pPr>
            <a:r>
              <a:rPr lang="pt-BR"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Adicionar novos inimigos 5 segundos após o primeiro pelotão ter sido destruído</a:t>
            </a:r>
            <a:endParaRPr sz="1800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