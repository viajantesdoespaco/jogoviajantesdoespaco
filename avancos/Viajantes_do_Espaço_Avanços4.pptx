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Josefi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efinSans-regular.fntdata"/><Relationship Id="rId11" Type="http://schemas.openxmlformats.org/officeDocument/2006/relationships/slide" Target="slides/slide6.xml"/><Relationship Id="rId22" Type="http://schemas.openxmlformats.org/officeDocument/2006/relationships/font" Target="fonts/JosefinSans-italic.fntdata"/><Relationship Id="rId10" Type="http://schemas.openxmlformats.org/officeDocument/2006/relationships/slide" Target="slides/slide5.xml"/><Relationship Id="rId21" Type="http://schemas.openxmlformats.org/officeDocument/2006/relationships/font" Target="fonts/Josefi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Josefi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5741338c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5741338c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5741338c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5741338c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5741338c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5741338c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5741338c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5741338c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741338c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5741338c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5741338c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5741338c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5741338c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5741338c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5741338ca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5741338c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5741338c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5741338c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5741338ca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5741338ca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5741338ca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5741338c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5741338ca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5741338ca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741338c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741338c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8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Josefin Sans"/>
                <a:ea typeface="Josefin Sans"/>
                <a:cs typeface="Josefin Sans"/>
                <a:sym typeface="Josefin Sans"/>
              </a:rPr>
              <a:t>Viajantes do Espaço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latin typeface="Josefin Sans"/>
                <a:ea typeface="Josefin Sans"/>
                <a:cs typeface="Josefin Sans"/>
                <a:sym typeface="Josefin Sans"/>
              </a:rPr>
              <a:t>Nov/2025</a:t>
            </a:r>
            <a:endParaRPr sz="20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latin typeface="Josefin Sans"/>
                <a:ea typeface="Josefin Sans"/>
                <a:cs typeface="Josefin Sans"/>
                <a:sym typeface="Josefin Sans"/>
              </a:rPr>
              <a:t>Clarissa Berlim</a:t>
            </a:r>
            <a:endParaRPr sz="2000"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21977" l="6922" r="69793" t="28323"/>
          <a:stretch/>
        </p:blipFill>
        <p:spPr>
          <a:xfrm>
            <a:off x="250479" y="988150"/>
            <a:ext cx="3152875" cy="378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 rotWithShape="1">
          <a:blip r:embed="rId4">
            <a:alphaModFix/>
          </a:blip>
          <a:srcRect b="14041" l="6724" r="77512" t="34390"/>
          <a:stretch/>
        </p:blipFill>
        <p:spPr>
          <a:xfrm>
            <a:off x="3526738" y="988150"/>
            <a:ext cx="2057042" cy="378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5">
            <a:alphaModFix/>
          </a:blip>
          <a:srcRect b="54544" l="6164" r="68998" t="27771"/>
          <a:stretch/>
        </p:blipFill>
        <p:spPr>
          <a:xfrm>
            <a:off x="5707150" y="988151"/>
            <a:ext cx="3186376" cy="12754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545175" y="391100"/>
            <a:ext cx="68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Estruturas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26393" l="6922" r="70103" t="34951"/>
          <a:stretch/>
        </p:blipFill>
        <p:spPr>
          <a:xfrm>
            <a:off x="4949125" y="1775750"/>
            <a:ext cx="3179625" cy="300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 b="19771" l="6164" r="68998" t="27771"/>
          <a:stretch/>
        </p:blipFill>
        <p:spPr>
          <a:xfrm>
            <a:off x="1096987" y="1000002"/>
            <a:ext cx="3186359" cy="37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545175" y="391100"/>
            <a:ext cx="68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Variáveis Globais e de Controle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b="5963" l="6613" r="58924" t="39920"/>
          <a:stretch/>
        </p:blipFill>
        <p:spPr>
          <a:xfrm>
            <a:off x="244250" y="993138"/>
            <a:ext cx="4327751" cy="38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 rotWithShape="1">
          <a:blip r:embed="rId4">
            <a:alphaModFix/>
          </a:blip>
          <a:srcRect b="31943" l="6454" r="57444" t="33616"/>
          <a:stretch/>
        </p:blipFill>
        <p:spPr>
          <a:xfrm>
            <a:off x="4895475" y="1868200"/>
            <a:ext cx="3860726" cy="207075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545175" y="391100"/>
            <a:ext cx="68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Funções de Inicialização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8725" l="6458" r="59080" t="30807"/>
          <a:stretch/>
        </p:blipFill>
        <p:spPr>
          <a:xfrm>
            <a:off x="350325" y="522375"/>
            <a:ext cx="4154873" cy="409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 rotWithShape="1">
          <a:blip r:embed="rId4">
            <a:alphaModFix/>
          </a:blip>
          <a:srcRect b="17608" l="6412" r="64226" t="35083"/>
          <a:stretch/>
        </p:blipFill>
        <p:spPr>
          <a:xfrm>
            <a:off x="4745675" y="948550"/>
            <a:ext cx="4053875" cy="367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 rotWithShape="1">
          <a:blip r:embed="rId3">
            <a:alphaModFix/>
          </a:blip>
          <a:srcRect b="14341" l="6121" r="62340" t="31209"/>
          <a:stretch/>
        </p:blipFill>
        <p:spPr>
          <a:xfrm>
            <a:off x="547750" y="886313"/>
            <a:ext cx="4034648" cy="391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 rotWithShape="1">
          <a:blip r:embed="rId4">
            <a:alphaModFix/>
          </a:blip>
          <a:srcRect b="19404" l="6691" r="65462" t="29139"/>
          <a:stretch/>
        </p:blipFill>
        <p:spPr>
          <a:xfrm>
            <a:off x="4827075" y="886325"/>
            <a:ext cx="3769166" cy="39159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545175" y="391100"/>
            <a:ext cx="68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Funções de Update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 rotWithShape="1">
          <a:blip r:embed="rId3">
            <a:alphaModFix/>
          </a:blip>
          <a:srcRect b="8606" l="4976" r="58807" t="31877"/>
          <a:stretch/>
        </p:blipFill>
        <p:spPr>
          <a:xfrm>
            <a:off x="258100" y="268000"/>
            <a:ext cx="4147975" cy="383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 rotWithShape="1">
          <a:blip r:embed="rId4">
            <a:alphaModFix/>
          </a:blip>
          <a:srcRect b="27689" l="6766" r="53547" t="55168"/>
          <a:stretch/>
        </p:blipFill>
        <p:spPr>
          <a:xfrm>
            <a:off x="258100" y="4023487"/>
            <a:ext cx="4147975" cy="100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 rotWithShape="1">
          <a:blip r:embed="rId5">
            <a:alphaModFix/>
          </a:blip>
          <a:srcRect b="24262" l="6183" r="52973" t="30260"/>
          <a:stretch/>
        </p:blipFill>
        <p:spPr>
          <a:xfrm>
            <a:off x="4572000" y="268000"/>
            <a:ext cx="4380250" cy="27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 rotWithShape="1">
          <a:blip r:embed="rId3">
            <a:alphaModFix/>
          </a:blip>
          <a:srcRect b="8849" l="4152" r="45999" t="31877"/>
          <a:stretch/>
        </p:blipFill>
        <p:spPr>
          <a:xfrm>
            <a:off x="1386600" y="670288"/>
            <a:ext cx="5688676" cy="380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/>
        </p:nvSpPr>
        <p:spPr>
          <a:xfrm>
            <a:off x="545175" y="391100"/>
            <a:ext cx="68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Funções de Render e Limpeza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 rotWithShape="1">
          <a:blip r:embed="rId3">
            <a:alphaModFix/>
          </a:blip>
          <a:srcRect b="33640" l="4870" r="40463" t="41383"/>
          <a:stretch/>
        </p:blipFill>
        <p:spPr>
          <a:xfrm>
            <a:off x="1337713" y="981963"/>
            <a:ext cx="6468587" cy="166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 rotWithShape="1">
          <a:blip r:embed="rId4">
            <a:alphaModFix/>
          </a:blip>
          <a:srcRect b="16579" l="4583" r="32803" t="45985"/>
          <a:stretch/>
        </p:blipFill>
        <p:spPr>
          <a:xfrm>
            <a:off x="1337713" y="2784654"/>
            <a:ext cx="6468573" cy="2174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 rotWithShape="1">
          <a:blip r:embed="rId3">
            <a:alphaModFix/>
          </a:blip>
          <a:srcRect b="17425" l="4843" r="69544" t="31384"/>
          <a:stretch/>
        </p:blipFill>
        <p:spPr>
          <a:xfrm>
            <a:off x="2681987" y="448038"/>
            <a:ext cx="3780026" cy="424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/>
          <p:cNvPicPr preferRelativeResize="0"/>
          <p:nvPr/>
        </p:nvPicPr>
        <p:blipFill rotWithShape="1">
          <a:blip r:embed="rId3">
            <a:alphaModFix/>
          </a:blip>
          <a:srcRect b="19385" l="4839" r="73677" t="36526"/>
          <a:stretch/>
        </p:blipFill>
        <p:spPr>
          <a:xfrm>
            <a:off x="592575" y="1341900"/>
            <a:ext cx="2678402" cy="3090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3"/>
          <p:cNvSpPr txBox="1"/>
          <p:nvPr/>
        </p:nvSpPr>
        <p:spPr>
          <a:xfrm>
            <a:off x="545175" y="391100"/>
            <a:ext cx="68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Funções de Input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 rotWithShape="1">
          <a:blip r:embed="rId4">
            <a:alphaModFix/>
          </a:blip>
          <a:srcRect b="13238" l="4287" r="63786" t="45119"/>
          <a:stretch/>
        </p:blipFill>
        <p:spPr>
          <a:xfrm>
            <a:off x="3662075" y="1341900"/>
            <a:ext cx="4214325" cy="309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/>
        </p:nvSpPr>
        <p:spPr>
          <a:xfrm>
            <a:off x="545175" y="391100"/>
            <a:ext cx="68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Main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3">
            <a:alphaModFix/>
          </a:blip>
          <a:srcRect b="9254" l="5539" r="45481" t="32466"/>
          <a:stretch/>
        </p:blipFill>
        <p:spPr>
          <a:xfrm>
            <a:off x="773638" y="1251575"/>
            <a:ext cx="5534574" cy="370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/>
          <p:cNvPicPr preferRelativeResize="0"/>
          <p:nvPr/>
        </p:nvPicPr>
        <p:blipFill rotWithShape="1">
          <a:blip r:embed="rId4">
            <a:alphaModFix/>
          </a:blip>
          <a:srcRect b="32467" l="6145" r="75692" t="39922"/>
          <a:stretch/>
        </p:blipFill>
        <p:spPr>
          <a:xfrm>
            <a:off x="6479675" y="852800"/>
            <a:ext cx="1839975" cy="1572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/>
          <p:cNvPicPr preferRelativeResize="0"/>
          <p:nvPr/>
        </p:nvPicPr>
        <p:blipFill rotWithShape="1">
          <a:blip r:embed="rId5">
            <a:alphaModFix/>
          </a:blip>
          <a:srcRect b="54126" l="5199" r="34271" t="36893"/>
          <a:stretch/>
        </p:blipFill>
        <p:spPr>
          <a:xfrm>
            <a:off x="773650" y="852800"/>
            <a:ext cx="553455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/>
          <p:cNvPicPr preferRelativeResize="0"/>
          <p:nvPr/>
        </p:nvPicPr>
        <p:blipFill rotWithShape="1">
          <a:blip r:embed="rId3">
            <a:alphaModFix/>
          </a:blip>
          <a:srcRect b="8746" l="6544" r="61760" t="34237"/>
          <a:stretch/>
        </p:blipFill>
        <p:spPr>
          <a:xfrm>
            <a:off x="4572000" y="564625"/>
            <a:ext cx="3925450" cy="397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 rotWithShape="1">
          <a:blip r:embed="rId4">
            <a:alphaModFix/>
          </a:blip>
          <a:srcRect b="39593" l="8965" r="60746" t="32496"/>
          <a:stretch/>
        </p:blipFill>
        <p:spPr>
          <a:xfrm>
            <a:off x="357675" y="1483175"/>
            <a:ext cx="4117701" cy="213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/>
        </p:nvSpPr>
        <p:spPr>
          <a:xfrm>
            <a:off x="545175" y="545175"/>
            <a:ext cx="68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Próximos Avanços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650175" y="1301975"/>
            <a:ext cx="6826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Char char="-"/>
            </a:pPr>
            <a:r>
              <a:rPr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Variável global para guardar high score da sessão</a:t>
            </a:r>
            <a:endParaRPr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Char char="-"/>
            </a:pPr>
            <a:r>
              <a:rPr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Power ups: saúde, intensidade do tiro, velocidade</a:t>
            </a:r>
            <a:endParaRPr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Char char="-"/>
            </a:pPr>
            <a:r>
              <a:rPr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Bloco secreto que levaria para uma fase bonus</a:t>
            </a:r>
            <a:endParaRPr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